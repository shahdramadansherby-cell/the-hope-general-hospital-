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 will explain Exploratory Data Analysis, or EDA, and how it helps us understand a dataset before performing deeper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is the process of investigating a dataset to understand its structure, quality, patterns, and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is important because real-world data often contains missing values, duplicates, outliers, and inconsistent formats.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EDA process starts with understanding the dataset, then checking and cleaning it, calculating statistics, exploring variables, analyzing relationships, and communicating the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we inspect the dataset structure, including rows, columns, variable names, and data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we check data quality. We look for missing values, duplicates, inconsistent formats, and impossible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Descriptive statistics give us a numerical summary of the data, such as mean, median, minimum, maximum, and standard deviation.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Univariate analysis focuses on one variable. It helps us understand distributions and category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Bivariate analysis studies two variables, while multivariate analysis considers several variables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charts answer different questions. Histograms show distributions, box plots reveal spread and outliers, and scatter plots help us explore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hospital dataset, EDA can reveal issues such as negative doctor rates, duplicate patients, missing phone numbers, and inconsistent dates or blood-type formats.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EDA helps us understand data before making decisions or building models. It combines data quality checks, statistics, visualization, and critical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285F"/>
                </a:solidFill>
                <a:latin typeface="Aptos Display"/>
              </a:defRPr>
            </a:pPr>
            <a:r>
              <a:t>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Understanding, cleaning, exploring, and visualizing data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From raw data to useful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What is EDA?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B32"/>
                </a:solidFill>
                <a:latin typeface="Aptos"/>
              </a:defRPr>
            </a:pPr>
            <a:r>
              <a:t>Exploratory Data Analysis is the process of investigating a dataset before deeper analysis or modeling.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It helps us understand the structure, quality, patterns, and relationships in the data.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EDA combines statistics, data cleaning, and visualization.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Why is EDA Important?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Detect missing and incorrect values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Identify duplicates and outliers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Understand distributions and trends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Discover relationships between variables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Find useful patterns and unexpected insights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Prepare data for further analysis or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Main Steps of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1. Understand the dataset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2. Check data quality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3. Clean and prepare the data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4. Calculate descriptive statistics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5. Explore individual variables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6. Analyze relationships between variables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7. Visualize and communicate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1. Understanding 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Start by examining the dataset structure.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Check the number of rows and columns.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Identify variable names and data types.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Understand what each variable represents.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Example: numerical, categorical, date, or text variables.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2. Data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Look for missing values.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Check for duplicate records.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Find invalid or inconsistent values.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Check formatting problems.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Look for impossible values and unusual observations.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Example: negative salary, inconsistent categories, or different date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3. Descriptive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Descriptive statistics summarize the main characteristics of numerical data.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Common measures include: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Mean – average value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Median – middle value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Minimum and Maximum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Standard Deviation – spread of values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Quartiles and Percentiles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4. Univariate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Univariate analysis studies one variable at a time.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For numerical variables, we can use histograms and box plots.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For categorical variables, we can use frequency tables and bar charts.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Goal: understand the distribution and common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5. Bivariate &amp; Multivariate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Bivariate analysis examines the relationship between two variables.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Examples: age vs. income, cost vs. duration.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Multivariate analysis examines several variables together.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Common tools include scatter plots, correlation matrices, and grouped charts.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Common EDA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Histogram – shows numerical data distribution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Box Plot – shows spread and possible outliers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Bar Chart – compares categories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Scatter Plot – explores relationships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Line Chart – shows trends over time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Heatmap – visualizes correlations or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EDA Example: Hospital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For a hospital dataset, EDA can examine: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Doctor hourly rates and years worked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Treatment costs and durations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Patient blood-type distributions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Missing patient phone numbers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Duplicate patient records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• Different date and category formats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EDA helps identify data-quality problems before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1285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EDA is the first major step toward understanding data.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It helps us detect problems, discover patterns, and choose appropriate analysis methods.</a:t>
            </a:r>
          </a:p>
          <a:p>
            <a:pPr>
              <a:spcAft>
                <a:spcPts val="1200"/>
              </a:spcAft>
              <a:defRPr sz="2000">
                <a:solidFill>
                  <a:srgbClr val="2D2B32"/>
                </a:solidFill>
                <a:latin typeface="Aptos"/>
              </a:defRPr>
            </a:pPr>
            <a:r>
              <a:t>Good EDA leads to cleaner data and more reliable insights.</a:t>
            </a:r>
          </a:p>
          <a:p>
            <a:pPr>
              <a:spcAft>
                <a:spcPts val="1200"/>
              </a:spcAft>
              <a:defRPr sz="1700">
                <a:solidFill>
                  <a:srgbClr val="2D2B32"/>
                </a:solidFill>
                <a:latin typeface="Aptos"/>
              </a:defRPr>
            </a:pPr>
            <a:r>
              <a:t>EDA is not just about charts—it is about asking questions and learning what the data is telling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697D"/>
                </a:solidFill>
                <a:latin typeface="Aptos"/>
              </a:defRPr>
            </a:pPr>
            <a:r>
              <a:t>Exploratory Data Analysis (EDA)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